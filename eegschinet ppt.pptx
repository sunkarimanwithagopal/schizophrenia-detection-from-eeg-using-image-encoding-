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8" r:id="rId4"/>
    <p:sldId id="275" r:id="rId5"/>
    <p:sldId id="260" r:id="rId6"/>
    <p:sldId id="261" r:id="rId7"/>
    <p:sldId id="278" r:id="rId8"/>
    <p:sldId id="279" r:id="rId9"/>
    <p:sldId id="280" r:id="rId10"/>
    <p:sldId id="281" r:id="rId11"/>
    <p:sldId id="282" r:id="rId12"/>
    <p:sldId id="265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0D3F0-020C-48AD-B059-1B444653BB34}" v="17" dt="2026-04-08T17:33:49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7" d="100"/>
          <a:sy n="57" d="100"/>
        </p:scale>
        <p:origin x="101" y="37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witha gopal" userId="9c15d16ac5ee1001" providerId="LiveId" clId="{CCE1DE53-4EBF-4EFE-9BED-9FB54FBC2453}"/>
    <pc:docChg chg="undo custSel addSld delSld modSld sldOrd">
      <pc:chgData name="manwitha gopal" userId="9c15d16ac5ee1001" providerId="LiveId" clId="{CCE1DE53-4EBF-4EFE-9BED-9FB54FBC2453}" dt="2026-04-08T17:33:56.796" v="105" actId="47"/>
      <pc:docMkLst>
        <pc:docMk/>
      </pc:docMkLst>
      <pc:sldChg chg="addSp delSp mod">
        <pc:chgData name="manwitha gopal" userId="9c15d16ac5ee1001" providerId="LiveId" clId="{CCE1DE53-4EBF-4EFE-9BED-9FB54FBC2453}" dt="2026-03-23T04:21:47.292" v="1" actId="21"/>
        <pc:sldMkLst>
          <pc:docMk/>
          <pc:sldMk cId="0" sldId="261"/>
        </pc:sldMkLst>
      </pc:sldChg>
      <pc:sldChg chg="del">
        <pc:chgData name="manwitha gopal" userId="9c15d16ac5ee1001" providerId="LiveId" clId="{CCE1DE53-4EBF-4EFE-9BED-9FB54FBC2453}" dt="2026-04-08T17:33:41.629" v="101" actId="47"/>
        <pc:sldMkLst>
          <pc:docMk/>
          <pc:sldMk cId="0" sldId="262"/>
        </pc:sldMkLst>
      </pc:sldChg>
      <pc:sldChg chg="del">
        <pc:chgData name="manwitha gopal" userId="9c15d16ac5ee1001" providerId="LiveId" clId="{CCE1DE53-4EBF-4EFE-9BED-9FB54FBC2453}" dt="2026-04-08T17:33:56.796" v="105" actId="47"/>
        <pc:sldMkLst>
          <pc:docMk/>
          <pc:sldMk cId="0" sldId="264"/>
        </pc:sldMkLst>
      </pc:sldChg>
      <pc:sldChg chg="addSp modSp new del mod">
        <pc:chgData name="manwitha gopal" userId="9c15d16ac5ee1001" providerId="LiveId" clId="{CCE1DE53-4EBF-4EFE-9BED-9FB54FBC2453}" dt="2026-04-08T17:32:38.245" v="92" actId="47"/>
        <pc:sldMkLst>
          <pc:docMk/>
          <pc:sldMk cId="165731041" sldId="268"/>
        </pc:sldMkLst>
        <pc:spChg chg="add">
          <ac:chgData name="manwitha gopal" userId="9c15d16ac5ee1001" providerId="LiveId" clId="{CCE1DE53-4EBF-4EFE-9BED-9FB54FBC2453}" dt="2026-04-08T17:32:12.397" v="89"/>
          <ac:spMkLst>
            <pc:docMk/>
            <pc:sldMk cId="165731041" sldId="268"/>
            <ac:spMk id="2" creationId="{812AE1D5-1BE6-6BE4-36D2-905FAAF90336}"/>
          </ac:spMkLst>
        </pc:spChg>
        <pc:picChg chg="add mod">
          <ac:chgData name="manwitha gopal" userId="9c15d16ac5ee1001" providerId="LiveId" clId="{CCE1DE53-4EBF-4EFE-9BED-9FB54FBC2453}" dt="2026-03-23T04:22:07.525" v="6" actId="14100"/>
          <ac:picMkLst>
            <pc:docMk/>
            <pc:sldMk cId="165731041" sldId="268"/>
            <ac:picMk id="4" creationId="{D9E725CF-3FDA-0067-72A1-97471016A27B}"/>
          </ac:picMkLst>
        </pc:picChg>
      </pc:sldChg>
      <pc:sldChg chg="add del">
        <pc:chgData name="manwitha gopal" userId="9c15d16ac5ee1001" providerId="LiveId" clId="{CCE1DE53-4EBF-4EFE-9BED-9FB54FBC2453}" dt="2026-04-08T17:33:04.056" v="95" actId="47"/>
        <pc:sldMkLst>
          <pc:docMk/>
          <pc:sldMk cId="0" sldId="271"/>
        </pc:sldMkLst>
      </pc:sldChg>
      <pc:sldChg chg="add del">
        <pc:chgData name="manwitha gopal" userId="9c15d16ac5ee1001" providerId="LiveId" clId="{CCE1DE53-4EBF-4EFE-9BED-9FB54FBC2453}" dt="2026-04-08T17:33:23.687" v="98" actId="47"/>
        <pc:sldMkLst>
          <pc:docMk/>
          <pc:sldMk cId="0" sldId="272"/>
        </pc:sldMkLst>
      </pc:sldChg>
      <pc:sldChg chg="addSp modSp new mod">
        <pc:chgData name="manwitha gopal" userId="9c15d16ac5ee1001" providerId="LiveId" clId="{CCE1DE53-4EBF-4EFE-9BED-9FB54FBC2453}" dt="2026-03-23T04:40:59.272" v="59" actId="1076"/>
        <pc:sldMkLst>
          <pc:docMk/>
          <pc:sldMk cId="1694246403" sldId="274"/>
        </pc:sldMkLst>
        <pc:spChg chg="add mod">
          <ac:chgData name="manwitha gopal" userId="9c15d16ac5ee1001" providerId="LiveId" clId="{CCE1DE53-4EBF-4EFE-9BED-9FB54FBC2453}" dt="2026-03-23T04:40:59.272" v="59" actId="1076"/>
          <ac:spMkLst>
            <pc:docMk/>
            <pc:sldMk cId="1694246403" sldId="274"/>
            <ac:spMk id="5" creationId="{F731FD30-14A4-A34A-CD29-8A68A332D49F}"/>
          </ac:spMkLst>
        </pc:spChg>
        <pc:picChg chg="add mod">
          <ac:chgData name="manwitha gopal" userId="9c15d16ac5ee1001" providerId="LiveId" clId="{CCE1DE53-4EBF-4EFE-9BED-9FB54FBC2453}" dt="2026-03-23T04:36:37.781" v="21" actId="14100"/>
          <ac:picMkLst>
            <pc:docMk/>
            <pc:sldMk cId="1694246403" sldId="274"/>
            <ac:picMk id="3" creationId="{587AFE0C-06D3-F3CD-A5C1-9988B1840F53}"/>
          </ac:picMkLst>
        </pc:picChg>
      </pc:sldChg>
      <pc:sldChg chg="add">
        <pc:chgData name="manwitha gopal" userId="9c15d16ac5ee1001" providerId="LiveId" clId="{CCE1DE53-4EBF-4EFE-9BED-9FB54FBC2453}" dt="2026-03-23T05:46:42.116" v="65"/>
        <pc:sldMkLst>
          <pc:docMk/>
          <pc:sldMk cId="0" sldId="275"/>
        </pc:sldMkLst>
      </pc:sldChg>
      <pc:sldChg chg="add del">
        <pc:chgData name="manwitha gopal" userId="9c15d16ac5ee1001" providerId="LiveId" clId="{CCE1DE53-4EBF-4EFE-9BED-9FB54FBC2453}" dt="2026-04-08T17:33:52.755" v="104" actId="47"/>
        <pc:sldMkLst>
          <pc:docMk/>
          <pc:sldMk cId="0" sldId="276"/>
        </pc:sldMkLst>
      </pc:sldChg>
      <pc:sldChg chg="addSp modSp new mod ord">
        <pc:chgData name="manwitha gopal" userId="9c15d16ac5ee1001" providerId="LiveId" clId="{CCE1DE53-4EBF-4EFE-9BED-9FB54FBC2453}" dt="2026-04-08T17:05:34.073" v="83"/>
        <pc:sldMkLst>
          <pc:docMk/>
          <pc:sldMk cId="2047835721" sldId="277"/>
        </pc:sldMkLst>
        <pc:picChg chg="add mod">
          <ac:chgData name="manwitha gopal" userId="9c15d16ac5ee1001" providerId="LiveId" clId="{CCE1DE53-4EBF-4EFE-9BED-9FB54FBC2453}" dt="2026-03-23T06:47:25.546" v="79" actId="14100"/>
          <ac:picMkLst>
            <pc:docMk/>
            <pc:sldMk cId="2047835721" sldId="277"/>
            <ac:picMk id="2" creationId="{36E1EDF1-85C7-839E-54A7-D10EEF1EA103}"/>
          </ac:picMkLst>
        </pc:picChg>
      </pc:sldChg>
      <pc:sldChg chg="addSp modSp new">
        <pc:chgData name="manwitha gopal" userId="9c15d16ac5ee1001" providerId="LiveId" clId="{CCE1DE53-4EBF-4EFE-9BED-9FB54FBC2453}" dt="2026-04-08T17:32:34.726" v="91"/>
        <pc:sldMkLst>
          <pc:docMk/>
          <pc:sldMk cId="3365024452" sldId="278"/>
        </pc:sldMkLst>
        <pc:picChg chg="add mod">
          <ac:chgData name="manwitha gopal" userId="9c15d16ac5ee1001" providerId="LiveId" clId="{CCE1DE53-4EBF-4EFE-9BED-9FB54FBC2453}" dt="2026-04-08T17:32:34.726" v="91"/>
          <ac:picMkLst>
            <pc:docMk/>
            <pc:sldMk cId="3365024452" sldId="278"/>
            <ac:picMk id="2" creationId="{1A4EAAD0-8825-2777-387D-8A97F29759DA}"/>
          </ac:picMkLst>
        </pc:picChg>
      </pc:sldChg>
      <pc:sldChg chg="addSp modSp new del">
        <pc:chgData name="manwitha gopal" userId="9c15d16ac5ee1001" providerId="LiveId" clId="{CCE1DE53-4EBF-4EFE-9BED-9FB54FBC2453}" dt="2026-04-08T17:31:39.547" v="88" actId="680"/>
        <pc:sldMkLst>
          <pc:docMk/>
          <pc:sldMk cId="3512910990" sldId="278"/>
        </pc:sldMkLst>
        <pc:spChg chg="add mod">
          <ac:chgData name="manwitha gopal" userId="9c15d16ac5ee1001" providerId="LiveId" clId="{CCE1DE53-4EBF-4EFE-9BED-9FB54FBC2453}" dt="2026-04-08T17:31:38.617" v="87" actId="14100"/>
          <ac:spMkLst>
            <pc:docMk/>
            <pc:sldMk cId="3512910990" sldId="278"/>
            <ac:spMk id="2" creationId="{0F4533E4-C1B9-4EAB-0407-1EDB2ABFB3C8}"/>
          </ac:spMkLst>
        </pc:spChg>
      </pc:sldChg>
      <pc:sldChg chg="addSp modSp new">
        <pc:chgData name="manwitha gopal" userId="9c15d16ac5ee1001" providerId="LiveId" clId="{CCE1DE53-4EBF-4EFE-9BED-9FB54FBC2453}" dt="2026-04-08T17:32:59.842" v="94"/>
        <pc:sldMkLst>
          <pc:docMk/>
          <pc:sldMk cId="3800219198" sldId="279"/>
        </pc:sldMkLst>
        <pc:picChg chg="add mod">
          <ac:chgData name="manwitha gopal" userId="9c15d16ac5ee1001" providerId="LiveId" clId="{CCE1DE53-4EBF-4EFE-9BED-9FB54FBC2453}" dt="2026-04-08T17:32:59.842" v="94"/>
          <ac:picMkLst>
            <pc:docMk/>
            <pc:sldMk cId="3800219198" sldId="279"/>
            <ac:picMk id="2" creationId="{4B2EDD69-7B00-9E7E-8069-3290503E8208}"/>
          </ac:picMkLst>
        </pc:picChg>
      </pc:sldChg>
      <pc:sldChg chg="addSp modSp new">
        <pc:chgData name="manwitha gopal" userId="9c15d16ac5ee1001" providerId="LiveId" clId="{CCE1DE53-4EBF-4EFE-9BED-9FB54FBC2453}" dt="2026-04-08T17:33:21.174" v="97"/>
        <pc:sldMkLst>
          <pc:docMk/>
          <pc:sldMk cId="3095736165" sldId="280"/>
        </pc:sldMkLst>
        <pc:picChg chg="add mod">
          <ac:chgData name="manwitha gopal" userId="9c15d16ac5ee1001" providerId="LiveId" clId="{CCE1DE53-4EBF-4EFE-9BED-9FB54FBC2453}" dt="2026-04-08T17:33:21.174" v="97"/>
          <ac:picMkLst>
            <pc:docMk/>
            <pc:sldMk cId="3095736165" sldId="280"/>
            <ac:picMk id="2" creationId="{683613F6-EF89-A1AA-772E-62C1308E4CC1}"/>
          </ac:picMkLst>
        </pc:picChg>
      </pc:sldChg>
      <pc:sldChg chg="addSp modSp new">
        <pc:chgData name="manwitha gopal" userId="9c15d16ac5ee1001" providerId="LiveId" clId="{CCE1DE53-4EBF-4EFE-9BED-9FB54FBC2453}" dt="2026-04-08T17:33:39.706" v="100"/>
        <pc:sldMkLst>
          <pc:docMk/>
          <pc:sldMk cId="865406394" sldId="281"/>
        </pc:sldMkLst>
        <pc:picChg chg="add mod">
          <ac:chgData name="manwitha gopal" userId="9c15d16ac5ee1001" providerId="LiveId" clId="{CCE1DE53-4EBF-4EFE-9BED-9FB54FBC2453}" dt="2026-04-08T17:33:39.706" v="100"/>
          <ac:picMkLst>
            <pc:docMk/>
            <pc:sldMk cId="865406394" sldId="281"/>
            <ac:picMk id="2" creationId="{8FB34CE9-5C32-F585-220C-5D04BA091F20}"/>
          </ac:picMkLst>
        </pc:picChg>
      </pc:sldChg>
      <pc:sldChg chg="addSp modSp new">
        <pc:chgData name="manwitha gopal" userId="9c15d16ac5ee1001" providerId="LiveId" clId="{CCE1DE53-4EBF-4EFE-9BED-9FB54FBC2453}" dt="2026-04-08T17:33:49.923" v="103"/>
        <pc:sldMkLst>
          <pc:docMk/>
          <pc:sldMk cId="1358462487" sldId="282"/>
        </pc:sldMkLst>
        <pc:picChg chg="add mod">
          <ac:chgData name="manwitha gopal" userId="9c15d16ac5ee1001" providerId="LiveId" clId="{CCE1DE53-4EBF-4EFE-9BED-9FB54FBC2453}" dt="2026-04-08T17:33:49.923" v="103"/>
          <ac:picMkLst>
            <pc:docMk/>
            <pc:sldMk cId="1358462487" sldId="282"/>
            <ac:picMk id="2" creationId="{6B7DC606-992B-9784-B540-EBC73651F64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7AFE0C-06D3-F3CD-A5C1-9988B1840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00" y="3200400"/>
            <a:ext cx="10276987" cy="5719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31FD30-14A4-A34A-CD29-8A68A332D49F}"/>
              </a:ext>
            </a:extLst>
          </p:cNvPr>
          <p:cNvSpPr txBox="1"/>
          <p:nvPr/>
        </p:nvSpPr>
        <p:spPr>
          <a:xfrm>
            <a:off x="241300" y="224538"/>
            <a:ext cx="157733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EEG – Electroencephalogram </a:t>
            </a:r>
          </a:p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brain constantly generates electrical activity through millions of firing neurons.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EEG (Electroencephalography)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captures this activity by placing small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electrodes on the scalp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which detect tiny voltage signals travelling outward from the brain.</a:t>
            </a:r>
          </a:p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key source of these signals are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pyramidal neurons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the cortex — when thousands of them fire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together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they create a detectable electrical field strong enough to reach the scalp.</a:t>
            </a:r>
          </a:p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signals appear as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brainwaves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on screen, helping doctors diagnose conditions like epilepsy, sleep disorders, and monitor overall brain health — all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non-invasively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Think of it as listening to a crowd — one voice is silent, but thousands together are heard clearly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246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A4EAAD0-8825-2777-387D-8A97F297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24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B2EDD69-7B00-9E7E-8069-3290503E8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19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83613F6-EF89-A1AA-772E-62C1308E4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36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FB34CE9-5C32-F585-220C-5D04BA091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0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B7DC606-992B-9784-B540-EBC73651F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62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121</Words>
  <Application>Microsoft Office PowerPoint</Application>
  <PresentationFormat>Custom</PresentationFormat>
  <Paragraphs>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manwitha gopal</cp:lastModifiedBy>
  <cp:revision>2</cp:revision>
  <dcterms:created xsi:type="dcterms:W3CDTF">2006-08-16T00:00:00Z</dcterms:created>
  <dcterms:modified xsi:type="dcterms:W3CDTF">2026-04-09T09:11:18Z</dcterms:modified>
</cp:coreProperties>
</file>